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Sales Dashboard – Task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Created an interactive Sales Dashboard using Power BI.</a:t>
            </a:r>
          </a:p>
          <a:p>
            <a:pPr>
              <a:spcAft>
                <a:spcPts val="900"/>
              </a:spcAft>
              <a:defRPr sz="1800"/>
            </a:pPr>
            <a:r>
              <a:t>Dataset: Sales/Financial dataset.</a:t>
            </a:r>
          </a:p>
          <a:p>
            <a:pPr>
              <a:spcAft>
                <a:spcPts val="900"/>
              </a:spcAft>
              <a:defRPr sz="2000"/>
            </a:pPr>
            <a:r>
              <a:t>Key KPIs:</a:t>
            </a:r>
          </a:p>
          <a:p>
            <a:pPr>
              <a:spcAft>
                <a:spcPts val="900"/>
              </a:spcAft>
              <a:defRPr sz="1800"/>
            </a:pPr>
            <a:r>
              <a:t>  • Total Revenue: 5M</a:t>
            </a:r>
          </a:p>
          <a:p>
            <a:pPr>
              <a:spcAft>
                <a:spcPts val="900"/>
              </a:spcAft>
              <a:defRPr sz="1800"/>
            </a:pPr>
            <a:r>
              <a:t>  • Total Profit: 2.76M</a:t>
            </a:r>
          </a:p>
          <a:p>
            <a:pPr>
              <a:spcAft>
                <a:spcPts val="900"/>
              </a:spcAft>
              <a:defRPr sz="1800"/>
            </a:pPr>
            <a:r>
              <a:t>Country-wise revenue analysis.</a:t>
            </a:r>
          </a:p>
          <a:p>
            <a:pPr>
              <a:spcAft>
                <a:spcPts val="900"/>
              </a:spcAft>
              <a:defRPr sz="1800"/>
            </a:pPr>
            <a:r>
              <a:t>Year-wise revenue trend.</a:t>
            </a:r>
          </a:p>
          <a:p>
            <a:pPr>
              <a:spcAft>
                <a:spcPts val="900"/>
              </a:spcAft>
              <a:defRPr sz="1800"/>
            </a:pPr>
            <a:r>
              <a:t>Date-wise sales analysis.</a:t>
            </a:r>
          </a:p>
          <a:p>
            <a:pPr>
              <a:spcAft>
                <a:spcPts val="900"/>
              </a:spcAft>
              <a:defRPr sz="1800"/>
            </a:pPr>
            <a:r>
              <a:t>Country slicer for interactive filtering.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Insights and 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52120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 b="1"/>
            </a:pPr>
            <a:r>
              <a:t>Tools Used</a:t>
            </a:r>
          </a:p>
          <a:p>
            <a:pPr>
              <a:spcAft>
                <a:spcPts val="1200"/>
              </a:spcAft>
              <a:defRPr sz="1800" b="0"/>
            </a:pPr>
            <a:r>
              <a:t>• Power BI Desktop</a:t>
            </a:r>
          </a:p>
          <a:p>
            <a:pPr>
              <a:spcAft>
                <a:spcPts val="1200"/>
              </a:spcAft>
              <a:defRPr sz="1800" b="0"/>
            </a:pPr>
            <a:r>
              <a:t>• Sales/Financial dataset</a:t>
            </a:r>
          </a:p>
          <a:p>
            <a:pPr>
              <a:spcAft>
                <a:spcPts val="1200"/>
              </a:spcAft>
              <a:defRPr sz="1800" b="0"/>
            </a:pPr>
            <a:r>
              <a:t>• Interactive slicers and filters</a:t>
            </a:r>
          </a:p>
          <a:p>
            <a:pPr>
              <a:spcAft>
                <a:spcPts val="1200"/>
              </a:spcAft>
              <a:defRPr sz="1800" b="0"/>
            </a:pPr>
            <a:r>
              <a:t>• Charts and KPI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325880"/>
            <a:ext cx="52120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 b="1"/>
            </a:pPr>
            <a:r>
              <a:t>Key Insights</a:t>
            </a:r>
          </a:p>
          <a:p>
            <a:pPr>
              <a:spcAft>
                <a:spcPts val="1200"/>
              </a:spcAft>
              <a:defRPr sz="1800" b="0"/>
            </a:pPr>
            <a:r>
              <a:t>• Revenue and profit can be monitored through KPI cards.</a:t>
            </a:r>
          </a:p>
          <a:p>
            <a:pPr>
              <a:spcAft>
                <a:spcPts val="1200"/>
              </a:spcAft>
              <a:defRPr sz="1800" b="0"/>
            </a:pPr>
            <a:r>
              <a:t>• Country-wise revenue comparison helps identify stronger markets.</a:t>
            </a:r>
          </a:p>
          <a:p>
            <a:pPr>
              <a:spcAft>
                <a:spcPts val="1200"/>
              </a:spcAft>
              <a:defRPr sz="1800" b="0"/>
            </a:pPr>
            <a:r>
              <a:t>• Year-wise and date-wise charts show sales trends.</a:t>
            </a:r>
          </a:p>
          <a:p>
            <a:pPr>
              <a:spcAft>
                <a:spcPts val="1200"/>
              </a:spcAft>
              <a:defRPr sz="1800" b="0"/>
            </a:pPr>
            <a:r>
              <a:t>• The Country slicer allows stakeholders to interact with the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Power BI Sales Dashboard</a:t>
            </a:r>
          </a:p>
        </p:txBody>
      </p:sp>
      <p:pic>
        <p:nvPicPr>
          <p:cNvPr id="3" name="Picture 2" descr="WhatsApp Image 2026-10-08 at 7.30.40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1152144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